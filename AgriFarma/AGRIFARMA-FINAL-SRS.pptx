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0D35-C80D-1F52-3AD3-24D6CF91E5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CBB62-EB68-EB58-F8D0-DF3E5E560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53313-5C46-FED2-B3F2-392A8C986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EB8E2-0E3F-BA8F-FF30-FBC3028F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A94D9-68AE-D326-DE6B-ECF9FEAE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3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BCA0-EEF6-7832-89CF-5DCBB225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D8AE4-DD76-BE38-2A31-B20024010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3CDD7-A788-DF4F-9037-B32A64B8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E0339-6488-B830-22F0-60944517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9BC8E-F2AF-852D-205A-12A8A43D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7682-18CE-71B1-0803-468948278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0BBD2-0E4F-C647-74A4-A06D4FEC1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91FAF-9629-61CD-B499-2C4B36DAB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08A47-A4F1-4886-6972-4F65FB02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5549A-6968-0880-36A8-35971469E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C2B5-CC24-CCD3-8D86-BB74E20B8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C9EAF-4A03-547A-BF82-5DFC4674D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97612-340D-37EB-EF94-06226B1B8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B4B4D-CE4C-8925-372D-31C48326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71E2B-EF22-CB38-E6D0-BE9CBC47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5D3FB-B8A7-7D73-C0A5-D0378BD9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8406-A07D-CF89-3B2C-F0458A72E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3B46-191A-FA60-CE25-5F0F92B14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E1D07-FFD8-50AF-AC82-6CE00EDE3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0AF9B-3C4F-3A86-D353-76F20C3B9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174C9-E4A1-908D-32FF-5A1C197C7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8B6A9-C753-0638-C7E2-D50906FD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CD67D-EB12-7E6F-F527-08EB9F7F1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4C04C-8DBE-2CC3-8370-FE09D2C7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4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0776-1F0E-AD4D-1BC4-E5A8E988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B38C6-93B0-34FC-A11C-01CAB6AF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81D80-DEE2-511E-088B-FA8DF40AE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CA144-68A7-53F5-16DF-4D7207D6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11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94180-1C85-C3A1-3858-BFC2DCCF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668F6E-D58E-1D36-0260-4B48EA782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43F6E-0C7F-2EAD-B52E-099830B4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5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32F6-E721-4E18-0060-68ABD4E69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CE16F-C7EB-DCD7-FDA1-F7B81C993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7A06C-CC5C-EB16-0DED-649016071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B8538-0B87-B665-8074-7F87AC52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34110-801B-F6BF-694E-74D7D53F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D73A4-B7DC-2767-7522-7736FD1A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51E3-15A1-3323-0233-C4E9E6455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61CE93-85F2-D0CC-6592-8DF9AE311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8E5E4-29E4-7C40-D9DE-88413B0BD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1B743-CAA1-CC71-D0A9-3A4C2598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2E707-4411-8DF7-0A3D-93AA3FA8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0A6BD-5E44-C7E4-4373-68721418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6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3482-C87B-2BF6-EB18-39D11651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8C66F-15E5-1F30-DD2A-2074ACE09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9479-F000-A3EF-165D-E50431B2F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22430-06ED-9FED-018F-B1D78092C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ECE85-9267-1E93-BB7C-8760AA4D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5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449161-9100-B220-BDA5-CC90473D60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1558B-6F0D-83BC-7C0A-B4EC8D87A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3EBF3-8F37-7567-F9A0-29A95C377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B6D1B-B083-F83A-07ED-93AC41BBD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40716-030A-D198-BF23-87B484DA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7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FA6C4-F3C3-BCDC-A95A-229D7555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11CB0-A18C-79AE-27C5-B0D7308FA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7AF10-C39D-0DFE-D508-D1D0A51CE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42509-B333-4411-9E44-79F07E4FEEE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FF76E-C6F5-A9A8-59B2-E0940474C7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AED08-81AC-BA6F-2BA8-A46D8931DC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25A5E-53FF-4CAA-90F4-01061874F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D17FF-2E2D-F9E3-8E31-64129C3CEE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 Project Title: </a:t>
            </a:r>
            <a:r>
              <a:rPr lang="en-US" b="1" dirty="0" err="1"/>
              <a:t>AgriFarma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EBF76-8E13-06FB-7341-15ABCDE4D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Farmers’ Digital 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952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C2E1-20C2-8C76-B052-9E1CEEC60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B038E-40F9-DFED-91E7-792D3E5C6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1.1 Purpose</a:t>
            </a:r>
          </a:p>
          <a:p>
            <a:r>
              <a:rPr lang="en-US" b="1" dirty="0" err="1"/>
              <a:t>AgriFarma</a:t>
            </a:r>
            <a:r>
              <a:rPr lang="en-US" b="1" dirty="0"/>
              <a:t> </a:t>
            </a:r>
            <a:r>
              <a:rPr lang="en-US" dirty="0"/>
              <a:t>aims to create a </a:t>
            </a:r>
            <a:r>
              <a:rPr lang="en-US" b="1" dirty="0"/>
              <a:t>digital platform for farmers</a:t>
            </a:r>
            <a:r>
              <a:rPr lang="en-US" dirty="0"/>
              <a:t> where they can:</a:t>
            </a:r>
          </a:p>
          <a:p>
            <a:r>
              <a:rPr lang="en-US" dirty="0"/>
              <a:t>Gain agricultural knowledge</a:t>
            </a:r>
          </a:p>
          <a:p>
            <a:r>
              <a:rPr lang="en-US" dirty="0"/>
              <a:t>Connect with consultants and experts</a:t>
            </a:r>
          </a:p>
          <a:p>
            <a:r>
              <a:rPr lang="en-US" dirty="0"/>
              <a:t>Share success stories and advice</a:t>
            </a:r>
          </a:p>
          <a:p>
            <a:r>
              <a:rPr lang="en-US" dirty="0"/>
              <a:t>Buy and sell agricultural products online</a:t>
            </a:r>
          </a:p>
          <a:p>
            <a:pPr marL="0" indent="0">
              <a:buNone/>
            </a:pPr>
            <a:r>
              <a:rPr lang="en-US" dirty="0"/>
              <a:t>This web platform serves as a </a:t>
            </a:r>
            <a:r>
              <a:rPr lang="en-US" b="1" dirty="0"/>
              <a:t>one-stop portal</a:t>
            </a:r>
            <a:r>
              <a:rPr lang="en-US" dirty="0"/>
              <a:t> for agriculture-related learning, collaboration, and commerce in Sindh, Pakistan.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88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2904-F384-BC84-95DF-4FDA610E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1.2 Target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C13E7-45D5-D77E-3713-6B5DEE3DE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👨‍🌾 </a:t>
            </a:r>
            <a:r>
              <a:rPr lang="en-US" b="1" dirty="0"/>
              <a:t>Farmers</a:t>
            </a:r>
            <a:r>
              <a:rPr lang="en-US" dirty="0"/>
              <a:t> – to gain knowledge, share experiences, and sell produce</a:t>
            </a:r>
          </a:p>
          <a:p>
            <a:r>
              <a:rPr lang="en-US" dirty="0"/>
              <a:t>👩‍🔬 </a:t>
            </a:r>
            <a:r>
              <a:rPr lang="en-US" b="1" dirty="0"/>
              <a:t>Consultants / Experts</a:t>
            </a:r>
            <a:r>
              <a:rPr lang="en-US" dirty="0"/>
              <a:t> – to offer paid or voluntary consultancy</a:t>
            </a:r>
          </a:p>
          <a:p>
            <a:r>
              <a:rPr lang="en-US" dirty="0"/>
              <a:t>🧑‍🏫 </a:t>
            </a:r>
            <a:r>
              <a:rPr lang="en-US" b="1" dirty="0"/>
              <a:t>Academics / Students</a:t>
            </a:r>
            <a:r>
              <a:rPr lang="en-US" dirty="0"/>
              <a:t> – to post research and educational content</a:t>
            </a:r>
          </a:p>
          <a:p>
            <a:r>
              <a:rPr lang="en-US" dirty="0"/>
              <a:t>🛒 </a:t>
            </a:r>
            <a:r>
              <a:rPr lang="en-US" b="1" dirty="0"/>
              <a:t>Buyers / Sellers</a:t>
            </a:r>
            <a:r>
              <a:rPr lang="en-US" dirty="0"/>
              <a:t> – for agricultural e-commerce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927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6070E-F22A-B378-A228-05AC1BBA3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⚙️ 2. System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4C7D6-DCF2-4B17-F0C5-9C456DCE4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2.1 User Profiles</a:t>
            </a:r>
          </a:p>
          <a:p>
            <a:r>
              <a:rPr lang="en-US" dirty="0"/>
              <a:t>Register, login, and reset password</a:t>
            </a:r>
          </a:p>
          <a:p>
            <a:r>
              <a:rPr lang="en-US" dirty="0"/>
              <a:t>Profile fields: Name, Email, Mobile, Location(City, State, Country), Profession, level of expertise (expert, intermediate, beginner), Picture</a:t>
            </a:r>
          </a:p>
          <a:p>
            <a:r>
              <a:rPr lang="en-US" dirty="0"/>
              <a:t>View join date, number of posts, likes, latest posts</a:t>
            </a:r>
          </a:p>
          <a:p>
            <a:r>
              <a:rPr lang="en-US" dirty="0"/>
              <a:t>Edit profile and change password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98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55C3-E709-5079-61A6-53D1B1EE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2.2 Discussion Forum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2B3B3-8AA1-1F77-AD32-09A2C6B82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Categories &amp; subcategories (e.g., Crops → Wheat → Diseases)</a:t>
            </a:r>
          </a:p>
          <a:p>
            <a:r>
              <a:rPr lang="en-US" dirty="0"/>
              <a:t>Start threads, post replies, and search discussions</a:t>
            </a:r>
          </a:p>
          <a:p>
            <a:r>
              <a:rPr lang="en-US" dirty="0"/>
              <a:t>Admin moderation: delete/move inappropriate posts</a:t>
            </a:r>
          </a:p>
          <a:p>
            <a:r>
              <a:rPr lang="en-US" dirty="0"/>
              <a:t>Latest discussions displayed in sidebar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39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2732B-C9A9-BA6C-6307-69605359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2.3 Knowledge Base (Blogs)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C4CE8-24EA-2A08-9902-70D4F7C52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blogs with multimedia (images, video, PPT, docs)</a:t>
            </a:r>
          </a:p>
          <a:p>
            <a:r>
              <a:rPr lang="en-US" dirty="0"/>
              <a:t>Categorized (e.g., Success Stories, Techniques, Weather Tips)</a:t>
            </a:r>
          </a:p>
          <a:p>
            <a:r>
              <a:rPr lang="en-US" dirty="0"/>
              <a:t>Commenting system</a:t>
            </a:r>
          </a:p>
          <a:p>
            <a:r>
              <a:rPr lang="en-US" dirty="0"/>
              <a:t>Admin approval &amp; removal of inappropriate content</a:t>
            </a:r>
          </a:p>
          <a:p>
            <a:r>
              <a:rPr lang="en-US" dirty="0"/>
              <a:t>Search functionality + sidebar for trending articles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8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F68E-91AE-685E-4902-3FDB646E6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2.4 Consultancy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FE43-E919-972B-1AC9-6037E048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can register as consultants</a:t>
            </a:r>
          </a:p>
          <a:p>
            <a:r>
              <a:rPr lang="en-US" dirty="0"/>
              <a:t>Admin reviews &amp; approves profiles</a:t>
            </a:r>
          </a:p>
          <a:p>
            <a:r>
              <a:rPr lang="en-US" dirty="0"/>
              <a:t>Consultancy listed by category (e.g., soil, irrigation, crop disease)</a:t>
            </a:r>
          </a:p>
          <a:p>
            <a:r>
              <a:rPr lang="en-US" dirty="0"/>
              <a:t>Contact option via message or email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447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BD48-9B61-0881-8DBE-C3E198B5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2.5 E-Commerce (Agri Marketplace)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D66E3-B370-5AC1-58C0-43778FDE4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Farmers and Admins can post items for sale</a:t>
            </a:r>
          </a:p>
          <a:p>
            <a:r>
              <a:rPr lang="en-US" dirty="0"/>
              <a:t>Product info: name, price, images, category, description</a:t>
            </a:r>
          </a:p>
          <a:p>
            <a:r>
              <a:rPr lang="en-US" dirty="0"/>
              <a:t>Shopping cart system (add/edit/remove items)</a:t>
            </a:r>
          </a:p>
          <a:p>
            <a:r>
              <a:rPr lang="en-US" dirty="0"/>
              <a:t>Orders, payments, and shipping options</a:t>
            </a:r>
          </a:p>
          <a:p>
            <a:r>
              <a:rPr lang="en-US" dirty="0"/>
              <a:t>Admin dashboard:</a:t>
            </a:r>
          </a:p>
          <a:p>
            <a:pPr lvl="1"/>
            <a:r>
              <a:rPr lang="en-US" dirty="0"/>
              <a:t>Add/remove products</a:t>
            </a:r>
          </a:p>
          <a:p>
            <a:pPr lvl="1"/>
            <a:r>
              <a:rPr lang="en-US" dirty="0"/>
              <a:t>Approve/delete reviews</a:t>
            </a:r>
          </a:p>
          <a:p>
            <a:pPr lvl="1"/>
            <a:r>
              <a:rPr lang="en-US" dirty="0"/>
              <a:t>Manage orders &amp; view reports</a:t>
            </a:r>
          </a:p>
          <a:p>
            <a:pPr lvl="1"/>
            <a:r>
              <a:rPr lang="en-US" dirty="0"/>
              <a:t>Date-range sales report, low inventory alert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8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D080-2D29-1150-E828-DD5A3F64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💾 3. Technology Stack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828727-E431-765D-B7F4-534E27EF17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492447"/>
              </p:ext>
            </p:extLst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266081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35526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846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 (Python)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243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HTML5, CSS3, Bootstrap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6818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SQLite / 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Pandas, CSV, JSON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544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Flask-Login, Werkzeug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699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Chart.js / Plotly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File Uploads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Flask-Uploads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425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Error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 error decorators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552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Render / PythonAnywhere / Localhost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336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75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D7D3E-57DC-6AB4-4ACD-ADD12BA2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🧠 4. Functional Modules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0D251-CF90-EF54-DB6A-03176A671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279432-2151-FDB3-5313-00933CCCA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859487"/>
              </p:ext>
            </p:extLst>
          </p:nvPr>
        </p:nvGraphicFramePr>
        <p:xfrm>
          <a:off x="838200" y="1825625"/>
          <a:ext cx="10515600" cy="345583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335107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50596887"/>
                    </a:ext>
                  </a:extLst>
                </a:gridCol>
              </a:tblGrid>
              <a:tr h="49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603722"/>
                  </a:ext>
                </a:extLst>
              </a:tr>
              <a:tr h="49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Register/login, roles (Admin, User, Consultant)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082560"/>
                  </a:ext>
                </a:extLst>
              </a:tr>
              <a:tr h="49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Forum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Category-based discussions with replies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0416938"/>
                  </a:ext>
                </a:extLst>
              </a:tr>
              <a:tr h="49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Knowledge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Blog posting and commenting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502180"/>
                  </a:ext>
                </a:extLst>
              </a:tr>
              <a:tr h="49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Consultancy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Consultant profiles &amp; approval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978127"/>
                  </a:ext>
                </a:extLst>
              </a:tr>
              <a:tr h="49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E-Commerce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listings, orders,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969230"/>
                  </a:ext>
                </a:extLst>
              </a:tr>
              <a:tr h="493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Admin Panel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Manage users, posts, products, and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29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82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E939-1A89-BA6A-D32E-1D5D67E4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🧱 5. Project Folder Structure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6C4426-10F2-984F-C5ED-672287B82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2900" y="-38100"/>
            <a:ext cx="4229100" cy="680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74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CF1C-A27A-9B3F-2F17-958F27EB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🗓️ 6. 5-Day Roadmap (Milestone Plan)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6EC84-6504-90A7-54FC-82A7BDA82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🧩 Day 1 — Project Setup &amp; User Authentication</a:t>
            </a:r>
          </a:p>
          <a:p>
            <a:r>
              <a:rPr lang="en-US" b="1" dirty="0"/>
              <a:t>Goal:</a:t>
            </a:r>
            <a:r>
              <a:rPr lang="en-US" dirty="0"/>
              <a:t> Establish base Flask app and user management</a:t>
            </a:r>
            <a:br>
              <a:rPr lang="en-US" dirty="0"/>
            </a:br>
            <a:r>
              <a:rPr lang="en-US" b="1" dirty="0"/>
              <a:t>Tasks:</a:t>
            </a:r>
            <a:endParaRPr lang="en-US" dirty="0"/>
          </a:p>
          <a:p>
            <a:r>
              <a:rPr lang="en-US" dirty="0"/>
              <a:t>Create project structure and virtual environment</a:t>
            </a:r>
          </a:p>
          <a:p>
            <a:r>
              <a:rPr lang="en-US" dirty="0"/>
              <a:t>Setup Flask, Flask-Login, Flask-WTF, and SQLite database</a:t>
            </a:r>
          </a:p>
          <a:p>
            <a:r>
              <a:rPr lang="en-US" dirty="0"/>
              <a:t>Build User model (name, email, password, role, expertise)</a:t>
            </a:r>
          </a:p>
          <a:p>
            <a:r>
              <a:rPr lang="en-US" dirty="0"/>
              <a:t>Implement routes: /register, /login, /logout</a:t>
            </a:r>
          </a:p>
          <a:p>
            <a:r>
              <a:rPr lang="en-US" dirty="0"/>
              <a:t>Create templates for authentication</a:t>
            </a:r>
          </a:p>
          <a:p>
            <a:r>
              <a:rPr lang="en-US" dirty="0"/>
              <a:t>Add session handling &amp; password hashing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Output:</a:t>
            </a:r>
            <a:r>
              <a:rPr lang="en-US" dirty="0"/>
              <a:t> Fully working user login/register module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4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E78B-D1AE-277A-701A-C1EF6659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💬 Day 2 — Discussion Forum &amp; Knowledge 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770CF-B95E-4B04-43DB-F306EBD08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Goal:</a:t>
            </a:r>
            <a:r>
              <a:rPr lang="en-US" dirty="0"/>
              <a:t> Implement forum &amp; blog system</a:t>
            </a:r>
            <a:br>
              <a:rPr lang="en-US" dirty="0"/>
            </a:br>
            <a:r>
              <a:rPr lang="en-US" b="1" dirty="0"/>
              <a:t>Tasks:</a:t>
            </a:r>
            <a:endParaRPr lang="en-US" dirty="0"/>
          </a:p>
          <a:p>
            <a:r>
              <a:rPr lang="en-US" dirty="0"/>
              <a:t>Create models: Category, Post, Comment</a:t>
            </a:r>
          </a:p>
          <a:p>
            <a:r>
              <a:rPr lang="en-US" dirty="0"/>
              <a:t>Routes for:</a:t>
            </a:r>
          </a:p>
          <a:p>
            <a:pPr lvl="1"/>
            <a:r>
              <a:rPr lang="en-US" dirty="0"/>
              <a:t>Add new post (category-based)</a:t>
            </a:r>
          </a:p>
          <a:p>
            <a:pPr lvl="1"/>
            <a:r>
              <a:rPr lang="en-US" dirty="0"/>
              <a:t>Reply/comment</a:t>
            </a:r>
          </a:p>
          <a:p>
            <a:pPr lvl="1"/>
            <a:r>
              <a:rPr lang="en-US" dirty="0"/>
              <a:t>Admin: delete/move posts</a:t>
            </a:r>
          </a:p>
          <a:p>
            <a:r>
              <a:rPr lang="en-US" dirty="0"/>
              <a:t>Implement blog system with multimedia upload (Flask-Uploads)</a:t>
            </a:r>
          </a:p>
          <a:p>
            <a:r>
              <a:rPr lang="en-US" dirty="0"/>
              <a:t>Add search bar and sidebar for latest posts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Output:</a:t>
            </a:r>
            <a:r>
              <a:rPr lang="en-US" dirty="0"/>
              <a:t> Working forum and knowledge base with post/comment functionality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67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AEF0-6FC8-18AE-0631-110C69AE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🤝 Day 3 — Consultancy &amp; Profile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ACACB-B92D-A924-E0E5-4676AEC95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Build consultant registration and profile system</a:t>
            </a:r>
            <a:br>
              <a:rPr lang="en-US" dirty="0"/>
            </a:br>
            <a:r>
              <a:rPr lang="en-US" b="1" dirty="0"/>
              <a:t>Tasks:</a:t>
            </a:r>
            <a:endParaRPr lang="en-US" dirty="0"/>
          </a:p>
          <a:p>
            <a:r>
              <a:rPr lang="en-US" dirty="0"/>
              <a:t>Add Consultant model (category, expertise, contact info)</a:t>
            </a:r>
          </a:p>
          <a:p>
            <a:r>
              <a:rPr lang="en-US" dirty="0"/>
              <a:t>Consultant registration form</a:t>
            </a:r>
          </a:p>
          <a:p>
            <a:r>
              <a:rPr lang="en-US" dirty="0"/>
              <a:t>Admin approval panel</a:t>
            </a:r>
          </a:p>
          <a:p>
            <a:r>
              <a:rPr lang="en-US" dirty="0"/>
              <a:t>Update user profile view: show posts, join date, likes, etc.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Output:</a:t>
            </a:r>
            <a:r>
              <a:rPr lang="en-US" dirty="0"/>
              <a:t> Consultant profiles visible on public directory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33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6338-02C5-43A2-720B-89C521AB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🛒 Day 4 — E-Commerce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C5839-972C-6583-964E-422A6FBA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Add marketplace for products &amp; orders</a:t>
            </a:r>
            <a:br>
              <a:rPr lang="en-US" dirty="0"/>
            </a:br>
            <a:r>
              <a:rPr lang="en-US" b="1" dirty="0"/>
              <a:t>Tasks:</a:t>
            </a:r>
            <a:endParaRPr lang="en-US" dirty="0"/>
          </a:p>
          <a:p>
            <a:r>
              <a:rPr lang="en-US" dirty="0"/>
              <a:t>Create Product, Order, Cart models</a:t>
            </a:r>
          </a:p>
          <a:p>
            <a:r>
              <a:rPr lang="en-US" dirty="0"/>
              <a:t>Admin: add/remove/update products</a:t>
            </a:r>
          </a:p>
          <a:p>
            <a:r>
              <a:rPr lang="en-US" dirty="0"/>
              <a:t>Farmer: post produce for sale</a:t>
            </a:r>
          </a:p>
          <a:p>
            <a:r>
              <a:rPr lang="en-US" dirty="0"/>
              <a:t>User: add to cart, view order history</a:t>
            </a:r>
          </a:p>
          <a:p>
            <a:r>
              <a:rPr lang="en-US" dirty="0"/>
              <a:t>Implement search, sort, and filtering (using Pandas)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Output:</a:t>
            </a:r>
            <a:r>
              <a:rPr lang="en-US" dirty="0"/>
              <a:t> Working buy/sell functionality with data persistence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934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30B9-BBC9-710A-7A53-2B19403C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📊 Day 5 — Admin Panel, Reports &amp;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C5B52-F47D-B4A4-C1BE-DB5454D1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Goal:</a:t>
            </a:r>
            <a:r>
              <a:rPr lang="en-US" dirty="0"/>
              <a:t> Integrate all modules + polish interface</a:t>
            </a:r>
            <a:br>
              <a:rPr lang="en-US" dirty="0"/>
            </a:br>
            <a:r>
              <a:rPr lang="en-US" b="1" dirty="0"/>
              <a:t>Tasks:</a:t>
            </a:r>
            <a:endParaRPr lang="en-US" dirty="0"/>
          </a:p>
          <a:p>
            <a:r>
              <a:rPr lang="en-US" dirty="0"/>
              <a:t>Build Admin dashboard (view stats, manage users, products)</a:t>
            </a:r>
          </a:p>
          <a:p>
            <a:r>
              <a:rPr lang="en-US" dirty="0"/>
              <a:t>Generate reports using Pandas:</a:t>
            </a:r>
          </a:p>
          <a:p>
            <a:pPr lvl="1"/>
            <a:r>
              <a:rPr lang="en-US" dirty="0"/>
              <a:t>Top-selling products</a:t>
            </a:r>
          </a:p>
          <a:p>
            <a:pPr lvl="1"/>
            <a:r>
              <a:rPr lang="en-US" dirty="0"/>
              <a:t>Low inventory</a:t>
            </a:r>
          </a:p>
          <a:p>
            <a:pPr lvl="1"/>
            <a:r>
              <a:rPr lang="en-US" dirty="0"/>
              <a:t>New users by date</a:t>
            </a:r>
          </a:p>
          <a:p>
            <a:r>
              <a:rPr lang="en-US" dirty="0"/>
              <a:t>Add error handling for invalid input and missing files</a:t>
            </a:r>
          </a:p>
          <a:p>
            <a:r>
              <a:rPr lang="en-US" dirty="0"/>
              <a:t>Final testing and responsive design polishing</a:t>
            </a:r>
            <a:br>
              <a:rPr lang="en-US" dirty="0"/>
            </a:br>
            <a:r>
              <a:rPr lang="en-US" dirty="0"/>
              <a:t>✅ </a:t>
            </a:r>
            <a:r>
              <a:rPr lang="en-US" i="1" dirty="0"/>
              <a:t>Output:</a:t>
            </a:r>
            <a:r>
              <a:rPr lang="en-US" dirty="0"/>
              <a:t> Complete web application ready for demo/deployment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490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9206-5EA1-1FB8-AB9D-146B24E9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🧩 7. Data Collection &amp; Management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524FB4-6BFA-0F9E-B20F-84D6BE2E8B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435969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530356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115722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18109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5489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/ Consultant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Registration 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Flask-Forms + SQLite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13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Forum / Blog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submissions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CSV + JSON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60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E-Commerce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 entry by admin/farmers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CSV + 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394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Derived from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Pandas </a:t>
                      </a:r>
                      <a:r>
                        <a:rPr lang="en-US" dirty="0" err="1"/>
                        <a:t>dataframes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858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57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898</Words>
  <Application>Microsoft Office PowerPoint</Application>
  <PresentationFormat>Widescreen</PresentationFormat>
  <Paragraphs>140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 Project Title: AgriFarma</vt:lpstr>
      <vt:lpstr>1. Introduction</vt:lpstr>
      <vt:lpstr>1.2 Target Users</vt:lpstr>
      <vt:lpstr>⚙️ 2. System Features</vt:lpstr>
      <vt:lpstr>2.2 Discussion Forum</vt:lpstr>
      <vt:lpstr>2.3 Knowledge Base (Blogs)</vt:lpstr>
      <vt:lpstr>2.4 Consultancy Services</vt:lpstr>
      <vt:lpstr>2.5 E-Commerce (Agri Marketplace)</vt:lpstr>
      <vt:lpstr>💾 3. Technology Stack</vt:lpstr>
      <vt:lpstr>🧠 4. Functional Modules</vt:lpstr>
      <vt:lpstr>🧱 5. Project Folder Structure</vt:lpstr>
      <vt:lpstr>🗓️ 6. 5-Day Roadmap (Milestone Plan)</vt:lpstr>
      <vt:lpstr>💬 Day 2 — Discussion Forum &amp; Knowledge Base</vt:lpstr>
      <vt:lpstr>🤝 Day 3 — Consultancy &amp; Profile Module</vt:lpstr>
      <vt:lpstr>🛒 Day 4 — E-Commerce Module</vt:lpstr>
      <vt:lpstr>📊 Day 5 — Admin Panel, Reports &amp; Testing</vt:lpstr>
      <vt:lpstr>🧩 7. Data Collection &amp;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Samad Nizamani</dc:creator>
  <cp:lastModifiedBy>Abdul Samad Nizamani</cp:lastModifiedBy>
  <cp:revision>28</cp:revision>
  <dcterms:created xsi:type="dcterms:W3CDTF">2025-11-03T06:25:36Z</dcterms:created>
  <dcterms:modified xsi:type="dcterms:W3CDTF">2025-11-03T11:12:06Z</dcterms:modified>
</cp:coreProperties>
</file>